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5e47bfa450471b" /><Relationship Type="http://schemas.openxmlformats.org/officeDocument/2006/relationships/extended-properties" Target="/docProps/app.xml" Id="Raa523f6fcc534169" /><Relationship Type="http://schemas.openxmlformats.org/officeDocument/2006/relationships/officeDocument" Target="/ppt/presentation.xml" Id="Ra4ee7b7fb14b4e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f79532ffd34fbd"/>
  </p:sldMasterIdLst>
  <p:notesMasterIdLst>
    <p:notesMasterId xmlns:r="http://schemas.openxmlformats.org/officeDocument/2006/relationships" r:id="Rb7c7fe0b42a04048"/>
  </p:notesMasterIdLst>
  <p:sldIdLst>
    <p:sldId xmlns:r="http://schemas.openxmlformats.org/officeDocument/2006/relationships" id="256" r:id="R34ed2bcd921f4cb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7e3c537a774e70" /><Relationship Type="http://schemas.openxmlformats.org/officeDocument/2006/relationships/slideMaster" Target="/ppt/slideMasters/slideMaster1.xml" Id="R88f79532ffd34fbd" /><Relationship Type="http://schemas.openxmlformats.org/officeDocument/2006/relationships/notesMaster" Target="/ppt/notesMasters/notesMaster1.xml" Id="Rb7c7fe0b42a04048" /><Relationship Type="http://schemas.openxmlformats.org/officeDocument/2006/relationships/presProps" Target="/ppt/presProps.xml" Id="R38cb1061a8594b35" /><Relationship Type="http://schemas.openxmlformats.org/officeDocument/2006/relationships/tableStyles" Target="/ppt/tableStyles.xml" Id="R01f6a16d92ce483f" /><Relationship Type="http://schemas.openxmlformats.org/officeDocument/2006/relationships/slide" Target="/ppt/slides/slide1.xml" Id="R34ed2bcd921f4c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714babbafd4a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4cae26fe80424f" /><Relationship Type="http://schemas.openxmlformats.org/officeDocument/2006/relationships/notesMaster" Target="/ppt/notesMasters/notesMaster1.xml" Id="Ra30156d6209041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CS13_HoSoTinhHuong.pdf trang 6–7, CHECKPOINTS.md CP1–CP5 và RaVien_CS13.xlsx trang 1–5. Dữ liệu là giả định học tập. Kết quả hiện có: 40 ca, 96,6%, 1 lỗi nghiêm trọng, 0 tầng tụt, kappa 0,90; CHƯA phát hành. Cổng Mức 1: sửa insulin, thêm 5 ca, chạy cả 45 ca, 0 lỗi nghiêm trọng, đạt quy thực tế &gt;=95%, kappa &gt;=0,8, 0 tầng tụt. Mức 2 là đề xuất sau 600 bản được DS kiểm 100%, 0 lỗi thuốc nghiêm trọng và các cổng hiệu quả. BS luôn ký 100%; 10% chỉ là tổng tỷ lệ DS mục tiêu có điều kiện. Không giới hạn cờ để làm đẹp biên. 3/600 xấp xỉ 0,5% là giới hạn gần đúng, không bảo đảm an toàn. Giờ chuyên gia mỗi tuần và ngày khởi động chưa có. Biên 6,656% và 60,656% dùng giá 15 triệu, 1.200 bản; chưa bao gồm chi phí cố định. Mức 3 không làm.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dcdea65f046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a97c0f518847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fa62678774c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92d159eda41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d1469cb2840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a9ed62bb14e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08284A-2996-4DCC-8502-58AF397490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648FC3-F171-4B93-A767-6CFCA1AB41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ADECCA-8B8C-476B-9780-753C7E39C2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F4D461-F016-46F4-8EA9-B431A6DE9E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BA375A-7AF1-4A70-BC73-0D5D54DF02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E8FE9B-01D8-4E25-8B31-2B32EF41E9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47BC1E-90AE-42FF-9A55-7F9C7A48E5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B9A146-FED3-4A5A-B58F-5C7D904A3A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51698E-C05E-45F3-A498-8678CC1E9A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6B7B4F-88E7-4507-A33E-57FA426B55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8acc6d9a394ab6" /><Relationship Type="http://schemas.openxmlformats.org/officeDocument/2006/relationships/slideLayout" Target="/ppt/slideLayouts/slideLayout1.xml" Id="R50b5f947f2c842e9" /><Relationship Type="http://schemas.openxmlformats.org/officeDocument/2006/relationships/slideLayout" Target="/ppt/slideLayouts/slideLayout2.xml" Id="Recaea85fb4634be0" /><Relationship Type="http://schemas.openxmlformats.org/officeDocument/2006/relationships/slideLayout" Target="/ppt/slideLayouts/slideLayout3.xml" Id="R042b705b4cea48f7" /><Relationship Type="http://schemas.openxmlformats.org/officeDocument/2006/relationships/slideLayout" Target="/ppt/slideLayouts/slideLayout4.xml" Id="R176322f242b04fe4" /><Relationship Type="http://schemas.openxmlformats.org/officeDocument/2006/relationships/slideLayout" Target="/ppt/slideLayouts/slideLayout5.xml" Id="Racdbffba660942bd" /><Relationship Type="http://schemas.openxmlformats.org/officeDocument/2006/relationships/slideLayout" Target="/ppt/slideLayouts/slideLayout6.xml" Id="R728a490f162142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b5f947f2c842e9"/>
    <p:sldLayoutId xmlns:r="http://schemas.openxmlformats.org/officeDocument/2006/relationships" id="2147483650" r:id="Recaea85fb4634be0"/>
    <p:sldLayoutId xmlns:r="http://schemas.openxmlformats.org/officeDocument/2006/relationships" id="2147483651" r:id="R042b705b4cea48f7"/>
    <p:sldLayoutId xmlns:r="http://schemas.openxmlformats.org/officeDocument/2006/relationships" id="2147483652" r:id="R176322f242b04fe4"/>
    <p:sldLayoutId xmlns:r="http://schemas.openxmlformats.org/officeDocument/2006/relationships" id="2147483653" r:id="Racdbffba660942bd"/>
    <p:sldLayoutId xmlns:r="http://schemas.openxmlformats.org/officeDocument/2006/relationships" id="2147483654" r:id="R728a490f162142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01a4545a1c4631" /><Relationship Type="http://schemas.openxmlformats.org/officeDocument/2006/relationships/notesSlide" Target="/ppt/notesSlides/notesSlide1.xml" Id="Rbfe1b3ff97274c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E2625-CE33-4B02-8EFD-33575E08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8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386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864"/>
                </a:solidFill>
                <a:latin typeface="Arial"/>
                <a:ea typeface="Arial"/>
                <a:cs typeface="Arial"/>
              </a:rPr>
              <a:t>RaViện: pilot sau khi qua cổng an toàn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16907-1495-459F-A735-67969D82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1400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423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33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337"/>
                </a:solidFill>
                <a:latin typeface="Arial"/>
                <a:ea typeface="Arial"/>
                <a:cs typeface="Arial"/>
              </a:rPr>
              <a:t>Đề nghị chỉ pilot RaViện sau sửa lỗi insulin và qua cổng 45 ca, giữ bác sĩ ký 100%, mục tiêu giảm 2/3 thời gian hoàn tất.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55FFF-A035-4799-ACE9-543C99E1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8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86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864"/>
                </a:solidFill>
                <a:latin typeface="Arial"/>
                <a:ea typeface="Arial"/>
                <a:cs typeface="Arial"/>
              </a:rPr>
              <a:t>Lộ trình 12 tháng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BF1BC-21E1-41DF-9FA7-C6EBBAAC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3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33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337"/>
                </a:solidFill>
                <a:latin typeface="Arial"/>
                <a:ea typeface="Arial"/>
                <a:cs typeface="Arial"/>
              </a:rPr>
              <a:t>0–3 tháng: sửa đối chiếu thuốc, gắn cờ, nháp có nguồn. 3–6 tháng: xét giảm DS sau 600 bản. 6–12 tháng: khám phá chuyển khoa. Không làm Mức 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501A2-15EB-4732-A376-B2470304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812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8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86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864"/>
                </a:solidFill>
                <a:latin typeface="Arial"/>
                <a:ea typeface="Arial"/>
                <a:cs typeface="Arial"/>
              </a:rPr>
              <a:t>Nguồn lực và kinh tế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FB11E-2DAA-436F-AB1B-683A8E17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3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33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337"/>
                </a:solidFill>
                <a:latin typeface="Arial"/>
                <a:ea typeface="Arial"/>
                <a:cs typeface="Arial"/>
              </a:rPr>
              <a:t>Nguyễn Anh Dũng phụ trách kế hoạch. Giả định lab: BS 2 giờ, DS 4 giờ/tuần. 45 ca dự trù 24,3 giờ chuyên gia. 600 bản cần 30 giờ DS. Mức 1 biên 6,66%. DS 10% có điều kiện cho biên 60,66%.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90CC4-0F7A-42AA-BDE5-50389684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C25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9C25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C2531"/>
                </a:solidFill>
                <a:latin typeface="Arial"/>
                <a:ea typeface="Arial"/>
                <a:cs typeface="Arial"/>
              </a:rPr>
              <a:t>Điều kiện dừng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2D92C-1C36-496A-AEDE-E3AAA0E1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657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3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33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337"/>
                </a:solidFill>
                <a:latin typeface="Arial"/>
                <a:ea typeface="Arial"/>
                <a:cs typeface="Arial"/>
              </a:rPr>
              <a:t>Dừng ngay nếu 1 lỗi thuốc lọt người bệnh. Cuối tháng pilot 3, sửa nhiều &gt;30%/≥300 bản thì dừng mở rộng. Giữ duyệt an toàn dù chưa đạt biên. Ký chậm 6 tháng có thể cạn tiền tháng 9.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4CF4C-158B-407D-ADA7-FC67C4DC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8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86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864"/>
                </a:solidFill>
                <a:latin typeface="Arial"/>
                <a:ea typeface="Arial"/>
                <a:cs typeface="Arial"/>
              </a:rPr>
              <a:t>Mốc ra quyết định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C741F-CC57-4FCC-AFDF-CC7D430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67375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3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33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337"/>
                </a:solidFill>
                <a:latin typeface="Arial"/>
                <a:ea typeface="Arial"/>
                <a:cs typeface="Arial"/>
              </a:rPr>
              <a:t>Xem lại ngày 30/60/90 từ khởi động và cuối tháng pilot 3. Ngày thực tế chờ xác nhận. BS Phương, DS Hải duyệt cổng. Lãnh đạo xét hợp đồng/vốn tháng 6. Đổi mô hình, giá hoặc quy định thì rà soát ngay.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5658E-A1BD-4A4B-97B8-D7F8CDE0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905750"/>
            <a:ext cx="1400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67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67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7A"/>
                </a:solidFill>
                <a:latin typeface="Arial"/>
                <a:ea typeface="Arial"/>
                <a:cs typeface="Arial"/>
              </a:rPr>
              <a:t>Tennhombimat. Nguyễn Anh Dũng. MSSV 2A202602554. Đề 3 CS13, số liệu giả định của lab.</a:t>
            </a:r>
          </a:p>
        </p:txBody>
      </p:sp>
    </p:spTree>
    <p:extLst>
      <p:ext uri="{BB962C8B-B14F-4D97-AF65-F5344CB8AC3E}">
        <p14:creationId xmlns:p14="http://schemas.microsoft.com/office/powerpoint/2010/main" val="2121818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2026-10-16T11:28:39.4680000Z</dcterms:created>
  <dcterms:modified xsi:type="dcterms:W3CDTF">2026-10-16T11:28:39.4680000Z</dcterms:modified>
</coreProperties>
</file>