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edef62fbce4cf5" /><Relationship Type="http://schemas.openxmlformats.org/officeDocument/2006/relationships/extended-properties" Target="/docProps/app.xml" Id="Rdca0d4281371464c" /><Relationship Type="http://schemas.openxmlformats.org/officeDocument/2006/relationships/officeDocument" Target="/ppt/presentation.xml" Id="Rc3ab6f9b29ea42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5a9432f84347e9"/>
  </p:sldMasterIdLst>
  <p:notesMasterIdLst>
    <p:notesMasterId xmlns:r="http://schemas.openxmlformats.org/officeDocument/2006/relationships" r:id="Rd63c14e65523456a"/>
  </p:notesMasterIdLst>
  <p:sldIdLst>
    <p:sldId xmlns:r="http://schemas.openxmlformats.org/officeDocument/2006/relationships" id="256" r:id="Rd6b93e0ab8a54a1a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bd8c2e5aa94fe2" /><Relationship Type="http://schemas.openxmlformats.org/officeDocument/2006/relationships/slideMaster" Target="/ppt/slideMasters/slideMaster1.xml" Id="Rd55a9432f84347e9" /><Relationship Type="http://schemas.openxmlformats.org/officeDocument/2006/relationships/notesMaster" Target="/ppt/notesMasters/notesMaster1.xml" Id="Rd63c14e65523456a" /><Relationship Type="http://schemas.openxmlformats.org/officeDocument/2006/relationships/presProps" Target="/ppt/presProps.xml" Id="R25df67e9312d4dae" /><Relationship Type="http://schemas.openxmlformats.org/officeDocument/2006/relationships/tableStyles" Target="/ppt/tableStyles.xml" Id="R318435ed587147f6" /><Relationship Type="http://schemas.openxmlformats.org/officeDocument/2006/relationships/slide" Target="/ppt/slides/slide1.xml" Id="Rd6b93e0ab8a54a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0f2ff140f94bc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68f5964ed541dd" /><Relationship Type="http://schemas.openxmlformats.org/officeDocument/2006/relationships/notesMaster" Target="/ppt/notesMasters/notesMaster1.xml" Id="Rbc7bf93af3d642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docs/CS13_HoSoTinhHuong.pdf, trang 6–7; CHECKPOINTS.md CP1–CP5; Tennhombimat_CS13.xlsx, trang 1–5. Số liệu giả định của bài lab. Bản hiện tại chưa phát hành: bộ 40 ca đạt 96,6%, có 1 lỗi nghiêm trọng, 0 tầng tụt, kappa 0,90. Cổng Mức 1: sửa insulin, thêm 5 ca, chạy lại 45 ca với 0 lỗi nghiêm trọng, tỷ lệ đạt quy về thực tế &gt;=95%, kappa &gt;=0,8, 0 tầng tụt. Cổng Mức 2 là đề xuất: 600 bản liên tiếp được DS kiểm 100% và 0 lỗi thuốc nghiêm trọng, giữ cổng hồi quy, đạt chỉ số hiệu quả tháng pilot thứ ba. BS luôn ký 100%. Tổng DS 10% có điều kiện, gồm mọi cờ/rủi ro và mẫu ngẫu nhiên; không giới hạn cờ để đạt biên. Quy tắc 3/600 xấp xỉ 0,5% không bảo đảm tỷ lệ lỗi thực bằng 0. Dự toán bổ sung: BS chấm đánh giá 2 giờ/tuần, DS 4 giờ/tuần, 45 ca dự trù 24,3 giờ tổng; lịch thực tế cần xác nhận. DS 4 giờ/tuần kiểm tối đa 80 bản/tuần, ít nhất 8 tuần cho 600 bản. Kinh tế đủ 1.200 bản/tháng đòi 60 giờ DS ở Mức 1 hoặc 6 giờ ở Mức 2 nếu tổng duyệt 10%. Biên 6,656% và 60,656% chưa trừ chi phí cố định. Mức 3 không triển khai.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1185ed747044e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3e6b1e70b94df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0032be0c6443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55a23e29b1485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c776f51e15425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d0e1a14dad42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B08284A-2996-4DCC-8502-58AF397490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6648FC3-F171-4B93-A767-6CFCA1AB412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DADECCA-8B8C-476B-9780-753C7E39C2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0F4D461-F016-46F4-8EA9-B431A6DE9E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CBA375A-7AF1-4A70-BC73-0D5D54DF02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E8FE9B-01D8-4E25-8B31-2B32EF41E9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647BC1E-90AE-42FF-9A55-7F9C7A48E5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BB9A146-FED3-4A5A-B58F-5C7D904A3AB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51698E-C05E-45F3-A498-8678CC1E9A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96B7B4F-88E7-4507-A33E-57FA426B55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b7f310aba545ce" /><Relationship Type="http://schemas.openxmlformats.org/officeDocument/2006/relationships/slideLayout" Target="/ppt/slideLayouts/slideLayout1.xml" Id="Rade7907cb53d447a" /><Relationship Type="http://schemas.openxmlformats.org/officeDocument/2006/relationships/slideLayout" Target="/ppt/slideLayouts/slideLayout2.xml" Id="R35cbb0e6ff804248" /><Relationship Type="http://schemas.openxmlformats.org/officeDocument/2006/relationships/slideLayout" Target="/ppt/slideLayouts/slideLayout3.xml" Id="R0a6f4a4214674c39" /><Relationship Type="http://schemas.openxmlformats.org/officeDocument/2006/relationships/slideLayout" Target="/ppt/slideLayouts/slideLayout4.xml" Id="Re2d49f29ad2d4f66" /><Relationship Type="http://schemas.openxmlformats.org/officeDocument/2006/relationships/slideLayout" Target="/ppt/slideLayouts/slideLayout5.xml" Id="Re08e5e9736f24058" /><Relationship Type="http://schemas.openxmlformats.org/officeDocument/2006/relationships/slideLayout" Target="/ppt/slideLayouts/slideLayout6.xml" Id="R672c070cd0b34c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e7907cb53d447a"/>
    <p:sldLayoutId xmlns:r="http://schemas.openxmlformats.org/officeDocument/2006/relationships" id="2147483650" r:id="R35cbb0e6ff804248"/>
    <p:sldLayoutId xmlns:r="http://schemas.openxmlformats.org/officeDocument/2006/relationships" id="2147483651" r:id="R0a6f4a4214674c39"/>
    <p:sldLayoutId xmlns:r="http://schemas.openxmlformats.org/officeDocument/2006/relationships" id="2147483652" r:id="Re2d49f29ad2d4f66"/>
    <p:sldLayoutId xmlns:r="http://schemas.openxmlformats.org/officeDocument/2006/relationships" id="2147483653" r:id="Re08e5e9736f24058"/>
    <p:sldLayoutId xmlns:r="http://schemas.openxmlformats.org/officeDocument/2006/relationships" id="2147483654" r:id="R672c070cd0b34c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d9506e0bde4183" /><Relationship Type="http://schemas.openxmlformats.org/officeDocument/2006/relationships/notesSlide" Target="/ppt/notesSlides/notesSlide1.xml" Id="Rd120c59a68fd4f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6E2625-CE33-4B02-8EFD-33575E08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1400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038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20386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03864"/>
                </a:solidFill>
                <a:latin typeface="Arial"/>
                <a:ea typeface="Arial"/>
                <a:cs typeface="Arial"/>
              </a:rPr>
              <a:t>RaViện: pilot sau khi qua cổng an toàn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16907-1495-459F-A735-67969D82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90625"/>
            <a:ext cx="14001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14233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400" b="0">
                <a:solidFill>
                  <a:srgbClr val="14233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42337"/>
                </a:solidFill>
                <a:latin typeface="Arial"/>
                <a:ea typeface="Arial"/>
                <a:cs typeface="Arial"/>
              </a:rPr>
              <a:t>Đề nghị chỉ pilot RaViện sau sửa lỗi insulin và qua cổng 45 ca, giữ bác sĩ ký 100%, mục tiêu giảm 2/3 thời gian hoàn tất.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55FFF-A035-4799-ACE9-543C99E13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812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038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20386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3864"/>
                </a:solidFill>
                <a:latin typeface="Arial"/>
                <a:ea typeface="Arial"/>
                <a:cs typeface="Arial"/>
              </a:rPr>
              <a:t>Lộ trình 12 tháng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DBF1BC-21E1-41DF-9FA7-C6EBBAAC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0"/>
            <a:ext cx="6572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4233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4233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337"/>
                </a:solidFill>
                <a:latin typeface="Arial"/>
                <a:ea typeface="Arial"/>
                <a:cs typeface="Arial"/>
              </a:rPr>
              <a:t>0–3 tháng: sửa đối chiếu thuốc, gắn cờ, nháp có nguồn. 3–6 tháng: xét giảm DS sau 600 bản. 6–12 tháng: khám phá chuyển khoa. Không làm Mức 3.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D501A2-15EB-4732-A376-B2470304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812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038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20386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3864"/>
                </a:solidFill>
                <a:latin typeface="Arial"/>
                <a:ea typeface="Arial"/>
                <a:cs typeface="Arial"/>
              </a:rPr>
              <a:t>Nguồn lực và kinh tế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FB11E-2DAA-436F-AB1B-683A8E17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5275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4233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4233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337"/>
                </a:solidFill>
                <a:latin typeface="Arial"/>
                <a:ea typeface="Arial"/>
                <a:cs typeface="Arial"/>
              </a:rPr>
              <a:t>Nguyễn Anh Dũng phụ trách kế hoạch. Giả định lab: BS 2 giờ, DS 4 giờ/tuần. 45 ca dự trù 24,3 giờ chuyên gia. 600 bản cần 30 giờ DS. Mức 1 biên 6,66%. DS 10% có điều kiện cho biên 60,66%.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390CC4-0F7A-42AA-BDE5-50389684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9C253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9C253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9C2531"/>
                </a:solidFill>
                <a:latin typeface="Arial"/>
                <a:ea typeface="Arial"/>
                <a:cs typeface="Arial"/>
              </a:rPr>
              <a:t>Điều kiện dừng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B2D92C-1C36-496A-AEDE-E3AAA0E1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67375"/>
            <a:ext cx="6572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4233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4233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337"/>
                </a:solidFill>
                <a:latin typeface="Arial"/>
                <a:ea typeface="Arial"/>
                <a:cs typeface="Arial"/>
              </a:rPr>
              <a:t>Dừng ngay nếu 1 lỗi thuốc lọt người bệnh. Cuối tháng pilot 3, sửa nhiều &gt;30%/≥300 bản thì dừng mở rộng. Giữ duyệt an toàn dù chưa đạt biên. Ký chậm 6 tháng có thể cạn tiền tháng 9.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F4CF4C-158B-407D-ADA7-FC67C4DC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958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038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20386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03864"/>
                </a:solidFill>
                <a:latin typeface="Arial"/>
                <a:ea typeface="Arial"/>
                <a:cs typeface="Arial"/>
              </a:rPr>
              <a:t>Mốc ra quyết định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1C741F-CC57-4FCC-AFDF-CC7D4305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667375"/>
            <a:ext cx="666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4233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4233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337"/>
                </a:solidFill>
                <a:latin typeface="Arial"/>
                <a:ea typeface="Arial"/>
                <a:cs typeface="Arial"/>
              </a:rPr>
              <a:t>Xem lại ngày 30/60/90 từ khởi động và cuối tháng pilot 3. Ngày thực tế chờ xác nhận. BS Phương, DS Hải duyệt cổng. Lãnh đạo xét hợp đồng/vốn tháng 6. Đổi mô hình, giá hoặc quy định thì rà soát ngay.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5658E-A1BD-4A4B-97B8-D7F8CDE0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905750"/>
            <a:ext cx="1400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867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867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8677A"/>
                </a:solidFill>
                <a:latin typeface="Arial"/>
                <a:ea typeface="Arial"/>
                <a:cs typeface="Arial"/>
              </a:rPr>
              <a:t>Tennhombimat. Nguyễn Anh Dũng. MSSV 2A202602554. Đề 3 CS13, số liệu giả định của lab.</a:t>
            </a:r>
          </a:p>
        </p:txBody>
      </p:sp>
    </p:spTree>
    <p:extLst>
      <p:ext uri="{BB962C8B-B14F-4D97-AF65-F5344CB8AC3E}">
        <p14:creationId xmlns:p14="http://schemas.microsoft.com/office/powerpoint/2010/main" val="21218187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2026-10-16T11:51:58.2260000Z</dcterms:created>
  <dcterms:modified xsi:type="dcterms:W3CDTF">2026-10-16T11:51:58.2260000Z</dcterms:modified>
</coreProperties>
</file>